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부서 공통 문제 해결 제안서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9D3E3"/>
                </a:solidFill>
                <a:latin typeface="맑은 고딕"/>
              </a:rPr>
              <a:t>여러 부서 보고서에서 찾은 공통 문제와 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맑은 고딕"/>
              </a:rPr>
              <a:t>작성일 2026-09-30
분석 대상: 구매팀, 생산관리팀, 영업팀, 총무팀, 품질팀 (5개 부서 보고서)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7BD"/>
                </a:solidFill>
                <a:latin typeface="맑은 고딕"/>
              </a:rPr>
              <a:t>AI가 보고서 원문만 바탕으로 작성한 초안입니다. 검토 후 사용하세요.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현재 상황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122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02536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프레스기 2호기 반입이 9/30에서 10/8로 연기되어 구매·생산관리·총무·영업 4개 팀의 일정 조율이 필요합니다.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081528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99232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B라인 불량률 초과(2.8%)로 가나모터스向 1,200개 출하가 10/2에서 10/6으로 늦어질 전망입니다.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07822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품질·생산관리·영업 3개 팀이 출하 일정을 함께 조정하고 있습니다.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965192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82896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원자재 단가 상승(+4%)과 신규 설비 검수 기준서 확인도 팀 간 협의가 필요합니다.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600200"/>
            <a:ext cx="3779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7585"/>
                </a:solidFill>
                <a:latin typeface="맑은 고딕"/>
              </a:rPr>
              <a:t>분석 대상 보고서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5740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5740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주간보고_구매팀.txt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69748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269748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주간보고_생산관리팀.txt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33756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333756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주간보고_영업팀.txt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97764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397764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주간보고_총무팀.txt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61772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461772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주간보고_품질팀.txt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프레스기 2호기 반입 지연과 생산·납기 영향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제조사 생산 지연으로 반입 일정 9/30 → 10/8로 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구매팀 발주 지연으로 당초 9/30 → 10/8로 연기, 생산계획 차질 우려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57116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466844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주간보고_영업팀.txt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41164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10월 생산계획 변경 사항을 영업팀 납기 안내에 반영 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1233"/>
            <a:ext cx="11094415" cy="720090"/>
          </a:xfrm>
          <a:prstGeom prst="roundRect">
            <a:avLst>
              <a:gd name="adj" fmla="val 7619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301233"/>
            <a:ext cx="1054577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지연 원인이 구매팀 보고(제조사 생산 지연)와 생산관리팀 보고(구매팀 발주 지연)에서 다릅니다. 생산관리팀의 10월 1주차 계획 상향(46,000개)과 반입 영향도 확인이 필요합니다.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반입 당일 동선·안전점검·라인 가동 중단 협의 미완료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총무팀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동선 및 안전점검 일정 조율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당일 라인 가동 중단 시간 협의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57116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466844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주간보고_총무팀.txt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41164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당일(10/8) 생산라인 일부 가동 중단 시간 협의 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1233"/>
            <a:ext cx="11094415" cy="497204"/>
          </a:xfrm>
          <a:prstGeom prst="roundRect">
            <a:avLst>
              <a:gd name="adj" fmla="val 11034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301233"/>
            <a:ext cx="10545775" cy="497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가동 중단 시간과 범위, 안전점검 일정은 원문에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가나모터스向 B라인 출하 보류·지연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품질팀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주간보고_품질팀.txt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공차 초과 로트 1,200개 출하 보류 조치, 생산관리팀에 재작업 요청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재작업 완료(10/2) 후 품질팀 재검사(10/5~10/6) 일정 공유, 출하 목표일 10/6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57116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466844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주간보고_영업팀.txt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41164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1,200개 출하가 10/2 → 10/6로 지연 가능성 있음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1233"/>
            <a:ext cx="11094415" cy="720090"/>
          </a:xfrm>
          <a:prstGeom prst="roundRect">
            <a:avLst>
              <a:gd name="adj" fmla="val 7619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301233"/>
            <a:ext cx="1054577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불량 원인은 원문에 없습니다. 재작업 인력 3명 추가와 외부 검사 인력 1명 지원의 승인 여부도 확인이 필요합니다. 출하일은 '확정 필요' 상태입니다.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프레스기 2호기 검수 기준서·설비 사양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품질팀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검수 기준서 사양 상호 확인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주간보고_품질팀.txt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검수 기준서 관련 설비 사양 상호 확인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57116"/>
            <a:ext cx="11094415" cy="497204"/>
          </a:xfrm>
          <a:prstGeom prst="roundRect">
            <a:avLst>
              <a:gd name="adj" fmla="val 11034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357116"/>
            <a:ext cx="10545775" cy="497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검수 기준서 확정일은 원문에 없습니다.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원자재 단가 상승분의 납품단가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환율 상승분을 반영한 원자재 단가 재산정 (전월 대비 +4%)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원자재 단가 상승분(+4%)을 영업팀 납품단가 협의에 반영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57116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466844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주간보고_영업팀.txt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741164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환율 변동으로 원자재 수입 단가 상승, 납품단가 재협의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01233"/>
            <a:ext cx="11094415" cy="497204"/>
          </a:xfrm>
          <a:prstGeom prst="roundRect">
            <a:avLst>
              <a:gd name="adj" fmla="val 11034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301233"/>
            <a:ext cx="10545775" cy="497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협의 대상, 반영 범위, 협의 일정, 승인 절차는 원문에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프레스기 2호기 반입 지연과 생산·납기 영향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 일정을 10/8로 확정하고 반입 계획서를 총무팀에 전달합니다.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 일정(10/8)에 맞춰 라인 재배치 계획을 수립합니다.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94710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주간보고_생산관리팀.txt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7046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420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4206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06774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지연 원인을 구매·생산관리팀이 함께 확인해 하나의 사실로 정리합니다.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55414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592574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9257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65142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변경된 10월 생산계획을 영업팀에 공유해 납기 안내에 반영합니다.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반입 당일 동선·안전점검·라인 가동 중단 협의 미완료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하역장 동선 통제 계획을 수립하고 안전점검을 실시합니다.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주간보고_총무팀.txt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총무·생산관리·구매팀이 합동으로 협의해 가동 중단 시간을 정하고 공유합니다.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31311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68471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8471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41039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동선·안전점검·가동 중단 사항을 하나의 반입 체크리스트로 관리합니다.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가나모터스向 B라인 출하 보류·지연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재작업 물량 1,200개 완료를 10/2까지 목표로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주간보고_생산관리팀.txt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재작업 완료분을 재검사(10/5~10/6)하고 재발 방지 대책을 수립합니다.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94710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주간보고_품질팀.txt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7046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420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4206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06774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가나모터스向 납기 조정안을 10/2까지 최종 회신합니다.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18813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주간보고_영업팀.txt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21149"/>
            <a:ext cx="11094415" cy="742950"/>
          </a:xfrm>
          <a:prstGeom prst="roundRect">
            <a:avLst>
              <a:gd name="adj" fmla="val 7384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758309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8309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30877"/>
            <a:ext cx="9951415" cy="560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재검사 결과가 나오면 품질팀이 생산관리·영업팀에 바로 공유하고, 확정된 출하일을 고객에게 안내합니다.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프레스기 2호기 검수 기준서·설비 사양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검수 기준서를 확정해 구매팀에 공유합니다.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주간보고_품질팀.txt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품질팀 검수 기준서를 반영해 설비 사양을 최종 확인합니다.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94710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7046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420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4206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06774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두 팀의 사양 확인 결과를 문서로 남기고 반입 전에 확인 완료 여부를 점검합니다.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원자재 단가 상승분의 납품단가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환율 상승분을 반영해 원자재 단가를 재산정했습니다(전월 대비 +4%).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구매팀이 단가 재산정 근거를 영업팀에 전달하고, 납품단가 협의에 반영합니다.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 일정과 생산·납기 정보를 공유해 부서별 계획 차질을 줄일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0020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659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7407" y="169164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 당일 동선·안전·가동 중단 사항을 미리 조율해 현장 혼선과 안전 위험을 줄일 수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383279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출하 일정을 일관되게 안내해 고객 신뢰 저하를 막을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01752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3383279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3383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310896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검수 기준과 설비 사양을 미리 맞춰 도입 후 재작업 가능성을 낮출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26279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원가 변동을 납품단가 협의에 제때 반영할 수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효과 수치는 보고서 원문에 없어 제시하지 않았습니다. 정성적 기대 효과입니다.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필요한 것과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원문에 있는 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6712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반입 일정 9/30에서 10/8로 연기 (10/8 확정)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2034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8610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19582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B라인 재작업 물량 1,200개 완료 목표: 10/2까지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4904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주간보고_생산관리팀.txt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22452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가나모터스向 납기 조정안 최종 회신: 10/2까지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7774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주간보고_영업팀.txt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43500"/>
            <a:ext cx="5486400" cy="697230"/>
          </a:xfrm>
          <a:prstGeom prst="roundRect">
            <a:avLst>
              <a:gd name="adj" fmla="val 786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253228"/>
            <a:ext cx="4937760" cy="331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재작업 완료분 재검사: 10/5~10/6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56641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주간보고_품질팀.txt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5242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확인 필요 사항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5740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235229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05740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각 협의 사항의 담당자: 확인 필요 (원문에 없음)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0322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319811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290322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지연 원인 (제조사 생산 지연 또는 발주 지연): 확인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39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4043933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3749039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10/8 라인 가동 중단 시간과 범위, 안전점검 일정: 확인 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594859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9400" y="4889753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594859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재작업 인력 3명 추가와 외부 검사 인력 1명 지원의 승인 여부: 확인 필요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440679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9400" y="5735573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5440679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가나모터스向 출하일 최종 확정 시점(재검사 종료일이 10/6): 확인 필요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담당자·예산·신규 일정은 원문에 없어 정하지 않았습니다. 위 확인 필요 사항을 먼저 확정해야 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필요한 것과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원문에 있는 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697230"/>
          </a:xfrm>
          <a:prstGeom prst="roundRect">
            <a:avLst>
              <a:gd name="adj" fmla="val 786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67128"/>
            <a:ext cx="4937760" cy="331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가나모터스向 출하 목표일: 10/6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8031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주간보고_생산관리팀.txt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4607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95579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신규 지게차 입고 및 운행 전 점검: 10/7 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509009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주간보고_총무팀.txt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7477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8449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반입 및 하역장 동선 통제·안전점검: 10/8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37709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주간보고_총무팀.txt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242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확인 필요 사항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235229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05740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검수 기준서 확정일: 확인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0322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319811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90322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납품단가 재협의의 범위와 일정, 승인 절차: 확인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49039"/>
            <a:ext cx="5242255" cy="514350"/>
          </a:xfrm>
          <a:prstGeom prst="roundRect">
            <a:avLst>
              <a:gd name="adj" fmla="val 10666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3923919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749039"/>
            <a:ext cx="441929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예산: 원문에 없어 확인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담당자·예산·신규 일정은 원문에 없어 정하지 않았습니다. 위 확인 필요 사항을 먼저 확정해야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